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62" r:id="rId3"/>
    <p:sldId id="264" r:id="rId4"/>
    <p:sldId id="263" r:id="rId5"/>
    <p:sldId id="257" r:id="rId6"/>
    <p:sldId id="256" r:id="rId7"/>
    <p:sldId id="259" r:id="rId8"/>
    <p:sldId id="260" r:id="rId9"/>
    <p:sldId id="258" r:id="rId10"/>
    <p:sldId id="261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50499B-421B-4F0D-8955-88BBC0829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8A83B6-B2EB-4E31-937E-FF776B729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435FA8-B632-409F-BE14-D07E14BF5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2BC7-77BF-4258-AA0D-CAB594E08FBF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331F09-41FC-43FF-B098-67908985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37CB36-064D-4CF7-B14A-5521F69C6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C526B-C518-46F1-AD85-CB237F41D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225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000551-F12D-4171-9D50-413D52A12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4C9EC4-C1F7-4E23-B24E-D0DD31BA8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12E08C-153F-4472-B9F5-4ED7BBAF2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2BC7-77BF-4258-AA0D-CAB594E08FBF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BD48C0-6EAE-4316-9C45-76CB91B9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E944B4-5464-4B51-A4B4-66799C66E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C526B-C518-46F1-AD85-CB237F41D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847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A38B0D-8C8A-4FE6-A041-3EF2F6608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BD0E32-2EC2-4EFF-830C-B28250B41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D72ECA-1FA4-4424-AE8C-EA080AFD2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2BC7-77BF-4258-AA0D-CAB594E08FBF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0C720A-5F4B-47DE-9A72-EB9574B21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6D90E9-660B-4003-B1B0-43407A0D5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C526B-C518-46F1-AD85-CB237F41D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876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2F1EF-18B2-428A-AFEA-4A2120A70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AEE56F-A6B3-4D9F-8562-B41E3AF8B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AB9124-4C7A-42D4-A2A7-79B5C650D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A5FAB3-441F-44D2-AF4C-349BE1AED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2BC7-77BF-4258-AA0D-CAB594E08FBF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4993E6-8DA1-4702-B03D-EF7C138F1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668FE0-C2F9-4545-8801-9ED774161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C526B-C518-46F1-AD85-CB237F41D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675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B1B0B8-4B54-48D4-9137-58A970957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5A24F6-98A0-4A65-87B3-77A5280A4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E7F8059-8EC8-43A1-8D34-5240693DA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37E8E1-3968-466E-9AE7-9ACB8ABE52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A5D2EB5-1271-4C67-8ABE-2194DDB87D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DBCA4A-6ECC-423C-99FB-CBF9192DC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2BC7-77BF-4258-AA0D-CAB594E08FBF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30B189D-1005-4737-9D75-32AD7AAA9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7DD6D5C-CB87-4318-9155-9DE043EE0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C526B-C518-46F1-AD85-CB237F41D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427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8B50AB-4814-49ED-A72C-48414AE63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7A1C155-25FD-4193-9701-2F82BFFF6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2BC7-77BF-4258-AA0D-CAB594E08FBF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A767DC5-0008-4629-BAE5-99AF7B5E3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12CFD4-A40E-4EAA-8CF2-A876C8549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C526B-C518-46F1-AD85-CB237F41D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4352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25C6E26-D325-4399-901A-3FC7831CA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2BC7-77BF-4258-AA0D-CAB594E08FBF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48EB81-4ED3-4944-8149-3873A82E8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F1ABA1-640A-4494-8508-2D5033122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C526B-C518-46F1-AD85-CB237F41D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43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41BFF7-3CDE-45FD-B47D-699B070B7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6D8654-FF1D-413B-ADC0-41EA4FF77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BB4729-0096-44AC-AA2B-27A2CDDC5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4801DA-BCE3-4B22-A4C1-791C4E818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2BC7-77BF-4258-AA0D-CAB594E08FBF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8253B7-B027-4C6D-A366-29F01F937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872F7E-41FA-4F54-AD5F-E1D95C130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C526B-C518-46F1-AD85-CB237F41D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476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00FA99-DAEC-440F-8477-2298CD9AE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21DBC4E-557C-48F9-9614-B0F2D08FFB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CA3808-D05A-4164-A2FD-ADE31EA9A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579E11-5196-469D-98E8-1CCF8C058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2BC7-77BF-4258-AA0D-CAB594E08FBF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E8151C-C1E6-4DEF-8F25-11DD304F2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96A95D-39C3-4F92-A92F-B4DE554D2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C526B-C518-46F1-AD85-CB237F41D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916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DA3C78-BFD8-482C-B79D-0256F059D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5BCBCC-A5B0-411F-9285-A20FEABED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F5CF75-4DCF-4E19-AD6D-EE013134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2BC7-77BF-4258-AA0D-CAB594E08FBF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B12FE6-DD37-4962-84E8-D811687E0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D3836B-9964-4EA6-A6F8-E31765237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C526B-C518-46F1-AD85-CB237F41D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8687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8AB7EFE-6800-4561-91A9-5A160CD0CA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4C97F4-CC03-4B19-9A1D-7CC65B783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D2B2BC-AE64-4F7A-8C74-19B1C2DCE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2BC7-77BF-4258-AA0D-CAB594E08FBF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838BD2-C45E-479A-96FC-851E6D115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4B829E-F859-47FC-88A9-4FA717DFF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C526B-C518-46F1-AD85-CB237F41D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750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AD041E8-DF8B-44FB-B994-D00AB0050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4EA1C2-9CBC-4FC4-B383-A6327BCEF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90B598-070D-4060-91BD-D53C550F86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0D2BC7-77BF-4258-AA0D-CAB594E08FBF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95CA0E-C7E9-441E-9F2A-F774F0C024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1BAF2F-E5A6-442A-A114-2E8ACC526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C526B-C518-46F1-AD85-CB237F41D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606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FD2CCD3-B881-4533-904A-567A899F49A6}"/>
              </a:ext>
            </a:extLst>
          </p:cNvPr>
          <p:cNvSpPr/>
          <p:nvPr/>
        </p:nvSpPr>
        <p:spPr>
          <a:xfrm>
            <a:off x="4742106" y="2967335"/>
            <a:ext cx="27077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Git </a:t>
            </a:r>
            <a:r>
              <a:rPr lang="ko-KR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설치</a:t>
            </a:r>
            <a:endParaRPr lang="en-US" altLang="ko-KR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0197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72ECE34-8054-4C02-B9A0-DA774E621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4064FFD-1862-46C1-A1BD-71F3A0EC93BD}"/>
              </a:ext>
            </a:extLst>
          </p:cNvPr>
          <p:cNvSpPr/>
          <p:nvPr/>
        </p:nvSpPr>
        <p:spPr>
          <a:xfrm>
            <a:off x="7625591" y="4865615"/>
            <a:ext cx="1912691" cy="3355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25D38A-C7BC-4857-BB81-11C033A6651C}"/>
              </a:ext>
            </a:extLst>
          </p:cNvPr>
          <p:cNvSpPr txBox="1"/>
          <p:nvPr/>
        </p:nvSpPr>
        <p:spPr>
          <a:xfrm>
            <a:off x="7659149" y="5201174"/>
            <a:ext cx="8743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solidFill>
                  <a:srgbClr val="FF0000"/>
                </a:solidFill>
              </a:rPr>
              <a:t>클릭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5921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5CCE609-C32C-4771-B168-09AB1C599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76A9FCD-F7AD-4EBD-9D76-EF361E7F7E06}"/>
              </a:ext>
            </a:extLst>
          </p:cNvPr>
          <p:cNvSpPr/>
          <p:nvPr/>
        </p:nvSpPr>
        <p:spPr>
          <a:xfrm>
            <a:off x="4286773" y="3429001"/>
            <a:ext cx="1809227" cy="2118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C1713D-9751-4140-A74A-053A3CFDEE66}"/>
              </a:ext>
            </a:extLst>
          </p:cNvPr>
          <p:cNvSpPr txBox="1"/>
          <p:nvPr/>
        </p:nvSpPr>
        <p:spPr>
          <a:xfrm>
            <a:off x="6096000" y="3410125"/>
            <a:ext cx="8270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클릭</a:t>
            </a:r>
          </a:p>
        </p:txBody>
      </p:sp>
    </p:spTree>
    <p:extLst>
      <p:ext uri="{BB962C8B-B14F-4D97-AF65-F5344CB8AC3E}">
        <p14:creationId xmlns:p14="http://schemas.microsoft.com/office/powerpoint/2010/main" val="3109143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C8A0307-74A6-4DD4-A1AE-27B0AFFE333B}"/>
              </a:ext>
            </a:extLst>
          </p:cNvPr>
          <p:cNvSpPr/>
          <p:nvPr/>
        </p:nvSpPr>
        <p:spPr>
          <a:xfrm>
            <a:off x="3199218" y="2967335"/>
            <a:ext cx="57935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회원가입 </a:t>
            </a:r>
            <a:r>
              <a:rPr lang="en-US" altLang="ko-K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 </a:t>
            </a:r>
            <a:r>
              <a:rPr lang="ko-KR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로그인</a:t>
            </a:r>
            <a:endParaRPr lang="en-US" altLang="ko-KR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9702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FC9AF9F-93E9-4A88-9BE4-2A9F81ADA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106"/>
            <a:ext cx="12192000" cy="650578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98FDEFD-AAFE-42B2-A5BC-8ED23C20BEF5}"/>
              </a:ext>
            </a:extLst>
          </p:cNvPr>
          <p:cNvSpPr/>
          <p:nvPr/>
        </p:nvSpPr>
        <p:spPr>
          <a:xfrm>
            <a:off x="159390" y="1979802"/>
            <a:ext cx="1174460" cy="3355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D2CD0F-56C8-4AE0-99F6-B7E0EB8F7875}"/>
              </a:ext>
            </a:extLst>
          </p:cNvPr>
          <p:cNvSpPr txBox="1"/>
          <p:nvPr/>
        </p:nvSpPr>
        <p:spPr>
          <a:xfrm>
            <a:off x="192947" y="2315361"/>
            <a:ext cx="5368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solidFill>
                  <a:srgbClr val="FF0000"/>
                </a:solidFill>
              </a:rPr>
              <a:t>클릭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314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7A7DD7E9-1BD8-40AC-A035-BC9EA2D49A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CD79E53-8E19-4322-A651-E00B08704DCA}"/>
              </a:ext>
            </a:extLst>
          </p:cNvPr>
          <p:cNvSpPr/>
          <p:nvPr/>
        </p:nvSpPr>
        <p:spPr>
          <a:xfrm>
            <a:off x="4496499" y="1946246"/>
            <a:ext cx="4454554" cy="5620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CBBFB9-7757-49F8-B93A-8C3610865491}"/>
              </a:ext>
            </a:extLst>
          </p:cNvPr>
          <p:cNvSpPr txBox="1"/>
          <p:nvPr/>
        </p:nvSpPr>
        <p:spPr>
          <a:xfrm>
            <a:off x="4538444" y="2157278"/>
            <a:ext cx="3380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원하는 이름 입력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6892307-4DBA-450B-849A-F3958DC6A144}"/>
              </a:ext>
            </a:extLst>
          </p:cNvPr>
          <p:cNvSpPr/>
          <p:nvPr/>
        </p:nvSpPr>
        <p:spPr>
          <a:xfrm>
            <a:off x="3180826" y="2833381"/>
            <a:ext cx="4454554" cy="6983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9E27DE-65DB-4BCA-A5F1-2EF973A8D0BD}"/>
              </a:ext>
            </a:extLst>
          </p:cNvPr>
          <p:cNvSpPr txBox="1"/>
          <p:nvPr/>
        </p:nvSpPr>
        <p:spPr>
          <a:xfrm>
            <a:off x="3222771" y="3044414"/>
            <a:ext cx="3380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원하는 설명 입력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8920AE5-FBDF-40A2-89BC-B105A6FF7CD3}"/>
              </a:ext>
            </a:extLst>
          </p:cNvPr>
          <p:cNvSpPr/>
          <p:nvPr/>
        </p:nvSpPr>
        <p:spPr>
          <a:xfrm>
            <a:off x="7994707" y="4697835"/>
            <a:ext cx="836103" cy="3355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659423-E915-43A7-AF05-D4BC9ADD7455}"/>
              </a:ext>
            </a:extLst>
          </p:cNvPr>
          <p:cNvSpPr txBox="1"/>
          <p:nvPr/>
        </p:nvSpPr>
        <p:spPr>
          <a:xfrm>
            <a:off x="8951053" y="4617895"/>
            <a:ext cx="1342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기본적으로 항상 </a:t>
            </a:r>
            <a:r>
              <a:rPr lang="en-US" altLang="ko-KR" sz="1200" b="1" dirty="0">
                <a:solidFill>
                  <a:srgbClr val="FF0000"/>
                </a:solidFill>
              </a:rPr>
              <a:t>‘On’ </a:t>
            </a:r>
            <a:r>
              <a:rPr lang="ko-KR" altLang="en-US" sz="1200" b="1" dirty="0">
                <a:solidFill>
                  <a:srgbClr val="FF0000"/>
                </a:solidFill>
              </a:rPr>
              <a:t>설정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7994AB4-BF66-4408-980B-90760DEDC9DB}"/>
              </a:ext>
            </a:extLst>
          </p:cNvPr>
          <p:cNvSpPr/>
          <p:nvPr/>
        </p:nvSpPr>
        <p:spPr>
          <a:xfrm>
            <a:off x="7744436" y="6328624"/>
            <a:ext cx="1086374" cy="3355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49D995-91BD-41E2-BB87-BC85686E1444}"/>
              </a:ext>
            </a:extLst>
          </p:cNvPr>
          <p:cNvSpPr txBox="1"/>
          <p:nvPr/>
        </p:nvSpPr>
        <p:spPr>
          <a:xfrm>
            <a:off x="8830809" y="6357903"/>
            <a:ext cx="514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solidFill>
                  <a:srgbClr val="FF0000"/>
                </a:solidFill>
              </a:rPr>
              <a:t>클릭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917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27142A3-8F0A-40DB-B3BE-BAD4AC4AC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38"/>
            <a:ext cx="12192000" cy="683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259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4583929-F3D5-4D97-8C23-A528D1B5A142}"/>
              </a:ext>
            </a:extLst>
          </p:cNvPr>
          <p:cNvSpPr/>
          <p:nvPr/>
        </p:nvSpPr>
        <p:spPr>
          <a:xfrm>
            <a:off x="4150598" y="2967335"/>
            <a:ext cx="38908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저장소 생성</a:t>
            </a:r>
            <a:endParaRPr lang="en-US" altLang="ko-KR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9509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F59C0DF-0501-4F5F-88FA-DAAAC97B1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38"/>
            <a:ext cx="12192000" cy="683972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0348C12-F28D-4672-A48D-159605DB0619}"/>
              </a:ext>
            </a:extLst>
          </p:cNvPr>
          <p:cNvSpPr/>
          <p:nvPr/>
        </p:nvSpPr>
        <p:spPr>
          <a:xfrm>
            <a:off x="7482979" y="2197916"/>
            <a:ext cx="931179" cy="3355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FA853D-0967-47AD-A2EC-0CBF48BBCD55}"/>
              </a:ext>
            </a:extLst>
          </p:cNvPr>
          <p:cNvSpPr txBox="1"/>
          <p:nvPr/>
        </p:nvSpPr>
        <p:spPr>
          <a:xfrm>
            <a:off x="7482979" y="2533475"/>
            <a:ext cx="522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클릭</a:t>
            </a:r>
          </a:p>
        </p:txBody>
      </p:sp>
    </p:spTree>
    <p:extLst>
      <p:ext uri="{BB962C8B-B14F-4D97-AF65-F5344CB8AC3E}">
        <p14:creationId xmlns:p14="http://schemas.microsoft.com/office/powerpoint/2010/main" val="2616120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96578D-9A44-4072-B8E8-F02377D02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718A532-E2DF-4028-8B5E-C8352B345C76}"/>
              </a:ext>
            </a:extLst>
          </p:cNvPr>
          <p:cNvSpPr/>
          <p:nvPr/>
        </p:nvSpPr>
        <p:spPr>
          <a:xfrm>
            <a:off x="7952763" y="3607267"/>
            <a:ext cx="310393" cy="3355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91ACB4-D0A5-4F1A-8D8A-A8ECFE8B5CE8}"/>
              </a:ext>
            </a:extLst>
          </p:cNvPr>
          <p:cNvSpPr txBox="1"/>
          <p:nvPr/>
        </p:nvSpPr>
        <p:spPr>
          <a:xfrm>
            <a:off x="7885652" y="3942826"/>
            <a:ext cx="5452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클릭</a:t>
            </a:r>
          </a:p>
        </p:txBody>
      </p:sp>
    </p:spTree>
    <p:extLst>
      <p:ext uri="{BB962C8B-B14F-4D97-AF65-F5344CB8AC3E}">
        <p14:creationId xmlns:p14="http://schemas.microsoft.com/office/powerpoint/2010/main" val="4089611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34E8E0-010E-4104-B4B6-9439B5B0B4EB}"/>
              </a:ext>
            </a:extLst>
          </p:cNvPr>
          <p:cNvSpPr/>
          <p:nvPr/>
        </p:nvSpPr>
        <p:spPr>
          <a:xfrm>
            <a:off x="4147494" y="2967335"/>
            <a:ext cx="38970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Pull request</a:t>
            </a:r>
          </a:p>
        </p:txBody>
      </p:sp>
    </p:spTree>
    <p:extLst>
      <p:ext uri="{BB962C8B-B14F-4D97-AF65-F5344CB8AC3E}">
        <p14:creationId xmlns:p14="http://schemas.microsoft.com/office/powerpoint/2010/main" val="906129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0BF48FB-BB96-4ED3-BB46-4AFB5A72D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68BF2D2-FE59-4655-A305-6FFF5AF7FA62}"/>
              </a:ext>
            </a:extLst>
          </p:cNvPr>
          <p:cNvSpPr/>
          <p:nvPr/>
        </p:nvSpPr>
        <p:spPr>
          <a:xfrm>
            <a:off x="3540154" y="3707934"/>
            <a:ext cx="2894202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01CB6F-DFCE-4A22-A99A-7BF70604ED0B}"/>
              </a:ext>
            </a:extLst>
          </p:cNvPr>
          <p:cNvSpPr txBox="1"/>
          <p:nvPr/>
        </p:nvSpPr>
        <p:spPr>
          <a:xfrm>
            <a:off x="11400639" y="1350628"/>
            <a:ext cx="5452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클릭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5D1C394-D337-45F7-A392-72F5A6CA0FB1}"/>
              </a:ext>
            </a:extLst>
          </p:cNvPr>
          <p:cNvSpPr/>
          <p:nvPr/>
        </p:nvSpPr>
        <p:spPr>
          <a:xfrm>
            <a:off x="395681" y="2014756"/>
            <a:ext cx="1424730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06263FE-5AEA-441E-BF3A-9D0E0BFD0EAC}"/>
              </a:ext>
            </a:extLst>
          </p:cNvPr>
          <p:cNvSpPr/>
          <p:nvPr/>
        </p:nvSpPr>
        <p:spPr>
          <a:xfrm>
            <a:off x="10688274" y="1627627"/>
            <a:ext cx="1424730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7AAFA4-8DF2-40ED-AEC1-FC73FA1C0EE0}"/>
              </a:ext>
            </a:extLst>
          </p:cNvPr>
          <p:cNvSpPr txBox="1"/>
          <p:nvPr/>
        </p:nvSpPr>
        <p:spPr>
          <a:xfrm>
            <a:off x="806042" y="1553091"/>
            <a:ext cx="1802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Main </a:t>
            </a:r>
            <a:r>
              <a:rPr lang="ko-KR" altLang="en-US" sz="1200" b="1" dirty="0" err="1">
                <a:solidFill>
                  <a:srgbClr val="FF0000"/>
                </a:solidFill>
              </a:rPr>
              <a:t>브랜치가</a:t>
            </a:r>
            <a:r>
              <a:rPr lang="ko-KR" altLang="en-US" sz="1200" b="1" dirty="0">
                <a:solidFill>
                  <a:srgbClr val="FF0000"/>
                </a:solidFill>
              </a:rPr>
              <a:t> 아닌 지 확인 필수</a:t>
            </a:r>
            <a:r>
              <a:rPr lang="en-US" altLang="ko-KR" sz="1200" b="1" dirty="0">
                <a:solidFill>
                  <a:srgbClr val="FF0000"/>
                </a:solidFill>
              </a:rPr>
              <a:t>!!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889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67E4932-BA30-4A02-A2BC-912F296CE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548" y="375811"/>
            <a:ext cx="5934903" cy="610637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C0F2287-EF4C-4A52-A7A2-91E7C2C15772}"/>
              </a:ext>
            </a:extLst>
          </p:cNvPr>
          <p:cNvSpPr/>
          <p:nvPr/>
        </p:nvSpPr>
        <p:spPr>
          <a:xfrm>
            <a:off x="3390550" y="2107035"/>
            <a:ext cx="5350777" cy="23055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2960D0-C3E6-49A1-B895-2D7477B6D864}"/>
              </a:ext>
            </a:extLst>
          </p:cNvPr>
          <p:cNvSpPr txBox="1"/>
          <p:nvPr/>
        </p:nvSpPr>
        <p:spPr>
          <a:xfrm>
            <a:off x="3498908" y="3028989"/>
            <a:ext cx="1802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수정 내용 설명 입력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B25717-442C-4E26-82AB-F951677A3CE9}"/>
              </a:ext>
            </a:extLst>
          </p:cNvPr>
          <p:cNvSpPr txBox="1"/>
          <p:nvPr/>
        </p:nvSpPr>
        <p:spPr>
          <a:xfrm>
            <a:off x="7860485" y="5478012"/>
            <a:ext cx="5452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ED4A70E-A798-4682-B392-86FE70BE4DC4}"/>
              </a:ext>
            </a:extLst>
          </p:cNvPr>
          <p:cNvSpPr/>
          <p:nvPr/>
        </p:nvSpPr>
        <p:spPr>
          <a:xfrm>
            <a:off x="7148120" y="5755011"/>
            <a:ext cx="1693876" cy="5283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139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C66DCE5-3B10-41F6-A074-8A1A3DB9B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B02B37-F5A8-47EA-8CB4-B987FD26D43F}"/>
              </a:ext>
            </a:extLst>
          </p:cNvPr>
          <p:cNvSpPr txBox="1"/>
          <p:nvPr/>
        </p:nvSpPr>
        <p:spPr>
          <a:xfrm>
            <a:off x="2114026" y="897623"/>
            <a:ext cx="5452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클릭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BF2FC73-1232-49D2-B32E-0205683511B1}"/>
              </a:ext>
            </a:extLst>
          </p:cNvPr>
          <p:cNvSpPr/>
          <p:nvPr/>
        </p:nvSpPr>
        <p:spPr>
          <a:xfrm>
            <a:off x="1401661" y="1174622"/>
            <a:ext cx="1031146" cy="3437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695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FA05836-4522-40B4-A327-EE6F1048F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C521FE-2736-4568-A96B-F680DE216CC2}"/>
              </a:ext>
            </a:extLst>
          </p:cNvPr>
          <p:cNvSpPr txBox="1"/>
          <p:nvPr/>
        </p:nvSpPr>
        <p:spPr>
          <a:xfrm>
            <a:off x="10050011" y="1484852"/>
            <a:ext cx="5452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클릭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5919595-EF81-4168-96B4-8AACDCE3A797}"/>
              </a:ext>
            </a:extLst>
          </p:cNvPr>
          <p:cNvSpPr/>
          <p:nvPr/>
        </p:nvSpPr>
        <p:spPr>
          <a:xfrm>
            <a:off x="9337645" y="1761851"/>
            <a:ext cx="1576431" cy="3437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934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62B16F1-3B4B-4C7E-AEE0-5949C1A2D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C9BF5E-FCB4-4FBD-BE6E-FBB27BB21217}"/>
              </a:ext>
            </a:extLst>
          </p:cNvPr>
          <p:cNvSpPr txBox="1"/>
          <p:nvPr/>
        </p:nvSpPr>
        <p:spPr>
          <a:xfrm>
            <a:off x="9547020" y="2479109"/>
            <a:ext cx="12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허가 받기 위한 개발자 선택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985F797-563C-4E9D-A862-6323EB682715}"/>
              </a:ext>
            </a:extLst>
          </p:cNvPr>
          <p:cNvSpPr/>
          <p:nvPr/>
        </p:nvSpPr>
        <p:spPr>
          <a:xfrm>
            <a:off x="8440023" y="2458137"/>
            <a:ext cx="2515999" cy="4696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76972D-CC25-4005-87AE-D05D663167DB}"/>
              </a:ext>
            </a:extLst>
          </p:cNvPr>
          <p:cNvSpPr txBox="1"/>
          <p:nvPr/>
        </p:nvSpPr>
        <p:spPr>
          <a:xfrm>
            <a:off x="9547020" y="3049128"/>
            <a:ext cx="1409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Pull request </a:t>
            </a:r>
          </a:p>
          <a:p>
            <a:r>
              <a:rPr lang="ko-KR" altLang="en-US" sz="1200" b="1" dirty="0">
                <a:solidFill>
                  <a:srgbClr val="FF0000"/>
                </a:solidFill>
              </a:rPr>
              <a:t>책임자</a:t>
            </a:r>
            <a:r>
              <a:rPr lang="en-US" altLang="ko-KR" sz="1200" b="1" dirty="0">
                <a:solidFill>
                  <a:srgbClr val="FF0000"/>
                </a:solidFill>
              </a:rPr>
              <a:t>_</a:t>
            </a:r>
            <a:r>
              <a:rPr lang="ko-KR" altLang="en-US" sz="1200" b="1" dirty="0">
                <a:solidFill>
                  <a:srgbClr val="FF0000"/>
                </a:solidFill>
              </a:rPr>
              <a:t>본인 선택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A125013-10D7-4276-AE9F-3B5781B2F98E}"/>
              </a:ext>
            </a:extLst>
          </p:cNvPr>
          <p:cNvSpPr/>
          <p:nvPr/>
        </p:nvSpPr>
        <p:spPr>
          <a:xfrm>
            <a:off x="8440023" y="3062144"/>
            <a:ext cx="2515999" cy="4696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7776DE-2F5C-48EB-B0DF-D280C42F1A46}"/>
              </a:ext>
            </a:extLst>
          </p:cNvPr>
          <p:cNvSpPr txBox="1"/>
          <p:nvPr/>
        </p:nvSpPr>
        <p:spPr>
          <a:xfrm>
            <a:off x="9547020" y="3669913"/>
            <a:ext cx="1409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어떤 종류의 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ko-KR" altLang="en-US" sz="1200" b="1" dirty="0">
                <a:solidFill>
                  <a:srgbClr val="FF0000"/>
                </a:solidFill>
              </a:rPr>
              <a:t>작업인지 표시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58A38A1-69BC-45AC-BF54-15E4FFA540B2}"/>
              </a:ext>
            </a:extLst>
          </p:cNvPr>
          <p:cNvSpPr/>
          <p:nvPr/>
        </p:nvSpPr>
        <p:spPr>
          <a:xfrm>
            <a:off x="8440023" y="3666151"/>
            <a:ext cx="2515999" cy="4696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0F04A4-BF68-4760-A061-4E8654BE8E5A}"/>
              </a:ext>
            </a:extLst>
          </p:cNvPr>
          <p:cNvSpPr txBox="1"/>
          <p:nvPr/>
        </p:nvSpPr>
        <p:spPr>
          <a:xfrm>
            <a:off x="6096000" y="6103689"/>
            <a:ext cx="1409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solidFill>
                  <a:srgbClr val="FF0000"/>
                </a:solidFill>
              </a:rPr>
              <a:t>클릭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74585E0-9F51-497B-9A44-6EFF27294494}"/>
              </a:ext>
            </a:extLst>
          </p:cNvPr>
          <p:cNvSpPr/>
          <p:nvPr/>
        </p:nvSpPr>
        <p:spPr>
          <a:xfrm>
            <a:off x="6654566" y="6050023"/>
            <a:ext cx="1700869" cy="384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2751E8-28D4-476B-8837-2C6B0BF30D60}"/>
              </a:ext>
            </a:extLst>
          </p:cNvPr>
          <p:cNvSpPr txBox="1"/>
          <p:nvPr/>
        </p:nvSpPr>
        <p:spPr>
          <a:xfrm>
            <a:off x="1770773" y="4256430"/>
            <a:ext cx="121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수정 내용 설명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71D0661-2380-41D4-B669-076A050326B5}"/>
              </a:ext>
            </a:extLst>
          </p:cNvPr>
          <p:cNvSpPr/>
          <p:nvPr/>
        </p:nvSpPr>
        <p:spPr>
          <a:xfrm>
            <a:off x="1704012" y="3296954"/>
            <a:ext cx="6607030" cy="26994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071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70271FF-18BF-4D72-A898-FC5077FB2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307C2A-DA8A-49B0-B206-31A3D92F641C}"/>
              </a:ext>
            </a:extLst>
          </p:cNvPr>
          <p:cNvSpPr txBox="1"/>
          <p:nvPr/>
        </p:nvSpPr>
        <p:spPr>
          <a:xfrm>
            <a:off x="6510553" y="5103718"/>
            <a:ext cx="16099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solidFill>
                  <a:srgbClr val="FF0000"/>
                </a:solidFill>
              </a:rPr>
              <a:t>수정 코드 확인 가능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081971-E31C-42E5-937F-5876E0175C09}"/>
              </a:ext>
            </a:extLst>
          </p:cNvPr>
          <p:cNvSpPr/>
          <p:nvPr/>
        </p:nvSpPr>
        <p:spPr>
          <a:xfrm>
            <a:off x="1301341" y="3305344"/>
            <a:ext cx="9428178" cy="25417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DCD84F-0C19-4B43-92B8-A11029A21EFD}"/>
              </a:ext>
            </a:extLst>
          </p:cNvPr>
          <p:cNvSpPr txBox="1"/>
          <p:nvPr/>
        </p:nvSpPr>
        <p:spPr>
          <a:xfrm>
            <a:off x="11095333" y="3284210"/>
            <a:ext cx="12186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아래로 스크롤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167DBB-1C96-462B-B318-23404071BB4C}"/>
              </a:ext>
            </a:extLst>
          </p:cNvPr>
          <p:cNvSpPr/>
          <p:nvPr/>
        </p:nvSpPr>
        <p:spPr>
          <a:xfrm>
            <a:off x="12030860" y="3573790"/>
            <a:ext cx="161140" cy="32212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746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8BC0D4D-961F-490C-B596-0A50AD075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DD234A-AB94-48C6-B6E3-0639B962D0A3}"/>
              </a:ext>
            </a:extLst>
          </p:cNvPr>
          <p:cNvSpPr txBox="1"/>
          <p:nvPr/>
        </p:nvSpPr>
        <p:spPr>
          <a:xfrm>
            <a:off x="3967992" y="3418433"/>
            <a:ext cx="25155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Pull request </a:t>
            </a:r>
            <a:r>
              <a:rPr lang="ko-KR" altLang="en-US" sz="1200" b="1" dirty="0">
                <a:solidFill>
                  <a:srgbClr val="FF0000"/>
                </a:solidFill>
              </a:rPr>
              <a:t>내용 확인 가능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DDBD39-A215-43A0-A018-9C47FA0DFF13}"/>
              </a:ext>
            </a:extLst>
          </p:cNvPr>
          <p:cNvSpPr/>
          <p:nvPr/>
        </p:nvSpPr>
        <p:spPr>
          <a:xfrm>
            <a:off x="1091267" y="2869198"/>
            <a:ext cx="7272557" cy="16524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43E58A-70AE-4963-A10B-CC39E107B7B9}"/>
              </a:ext>
            </a:extLst>
          </p:cNvPr>
          <p:cNvSpPr txBox="1"/>
          <p:nvPr/>
        </p:nvSpPr>
        <p:spPr>
          <a:xfrm>
            <a:off x="3313651" y="5148608"/>
            <a:ext cx="1266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Main </a:t>
            </a:r>
            <a:r>
              <a:rPr lang="ko-KR" altLang="en-US" sz="1200" b="1" dirty="0" err="1">
                <a:solidFill>
                  <a:srgbClr val="FF0000"/>
                </a:solidFill>
              </a:rPr>
              <a:t>브랜치에</a:t>
            </a:r>
            <a:r>
              <a:rPr lang="ko-KR" altLang="en-US" sz="1200" b="1" dirty="0">
                <a:solidFill>
                  <a:srgbClr val="FF0000"/>
                </a:solidFill>
              </a:rPr>
              <a:t> 병합 가능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276C736-2B3A-4130-A20E-C3B5D18EB2F8}"/>
              </a:ext>
            </a:extLst>
          </p:cNvPr>
          <p:cNvSpPr/>
          <p:nvPr/>
        </p:nvSpPr>
        <p:spPr>
          <a:xfrm>
            <a:off x="1737220" y="5379441"/>
            <a:ext cx="1576431" cy="3437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052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1977</TotalTime>
  <Words>76</Words>
  <Application>Microsoft Office PowerPoint</Application>
  <PresentationFormat>와이드스크린</PresentationFormat>
  <Paragraphs>30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와누 최</dc:creator>
  <cp:lastModifiedBy>와누 최</cp:lastModifiedBy>
  <cp:revision>5</cp:revision>
  <dcterms:created xsi:type="dcterms:W3CDTF">2025-11-05T11:16:10Z</dcterms:created>
  <dcterms:modified xsi:type="dcterms:W3CDTF">2025-11-08T10:20:19Z</dcterms:modified>
</cp:coreProperties>
</file>